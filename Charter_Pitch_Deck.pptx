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Courier New"/>
              </a:rPr>
              <a:t>CHARTER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90E0EF"/>
                </a:solidFill>
                <a:latin typeface="Courier New"/>
              </a:rPr>
              <a:t>Agentic Payments on Canton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44455"/>
                </a:solidFill>
                <a:latin typeface="Courier New"/>
              </a:rPr>
              <a:t>DAML Smart Contracts  ×  AI Agents  ×  x402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55"/>
                </a:solidFill>
                <a:latin typeface="Courier New"/>
              </a:rPr>
              <a:t>Canton Network Hackathon  //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ourier New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urier New"/>
              </a:rPr>
              <a:t>AI agents need to spend money.
Enterprises have no safe way to let them.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011680"/>
            <a:ext cx="10698480" cy="0"/>
          </a:xfrm>
          <a:prstGeom prst="line">
            <a:avLst/>
          </a:prstGeom>
          <a:ln w="127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311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4028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8F0"/>
                </a:solidFill>
                <a:latin typeface="Courier New"/>
              </a:rPr>
              <a:t>No policy enforcement — agents can spend beyond intent with no hard stop.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2369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4612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8F0"/>
                </a:solidFill>
                <a:latin typeface="Courier New"/>
              </a:rPr>
              <a:t>No audit trail — finance teams can't reconstruct what an agent bought, when, or why.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5196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8F0"/>
                </a:solidFill>
                <a:latin typeface="Courier New"/>
              </a:rPr>
              <a:t>No kill switch — revoking an agent's spending authority means revoking credentials.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212080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2486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ourier New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25780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8F0"/>
                </a:solidFill>
                <a:latin typeface="Courier New"/>
              </a:rPr>
              <a:t>API paywalls block agents — most data/compute APIs charge per-call; agents can't self-pay.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ourier New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ourier New"/>
              </a:rPr>
              <a:t>Charter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0E0EF"/>
                </a:solidFill>
                <a:latin typeface="Courier New"/>
              </a:rPr>
              <a:t>Encode enterprise spending policy as DAML smart contracts.
AI agents get authority to act — and hard boundaries they cannot cross.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35661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ourier New"/>
              </a:rPr>
              <a:t>POLICY AS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8F0"/>
                </a:solidFill>
                <a:latin typeface="Courier New"/>
              </a:rPr>
              <a:t>Spending limits, categories, per-tx caps, and daily ceilings live in DAML contracts. Agents cannot override them — the ledger enforces.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2834640"/>
            <a:ext cx="3566160" cy="54864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9718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3"/>
                </a:solidFill>
                <a:latin typeface="Courier New"/>
              </a:rPr>
              <a:t>x402 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5204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8F0"/>
                </a:solidFill>
                <a:latin typeface="Courier New"/>
              </a:rPr>
              <a:t>HTTP 402 Payment Required triggers automatic Canton authorization. Agents pay API paywalls machine-to-machine, without human intervention.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834640"/>
            <a:ext cx="356616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9718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  <a:latin typeface="Courier New"/>
              </a:rPr>
              <a:t>AUDIT BY DEFAULT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5204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8F0"/>
                </a:solidFill>
                <a:latin typeface="Courier New"/>
              </a:rPr>
              <a:t>Every payment creates an immutable PaymentRecord on Canton. Finance gets a tamper-proof ledger — no spreadsheets, no guesswork.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ourier New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ourier New"/>
              </a:rPr>
              <a:t>The x402 Payment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Courier New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011680"/>
            <a:ext cx="54864" cy="5029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6093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ourier New"/>
              </a:rPr>
              <a:t>AGENT REQUESTS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61848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8F0"/>
                </a:solidFill>
                <a:latin typeface="Courier New"/>
              </a:rPr>
              <a:t>AI agent calls a paywall API endpoint for market data, compute, or any paid resource.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57200" cy="4572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56032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Courier New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971800"/>
            <a:ext cx="54864" cy="5029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56946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  <a:latin typeface="Courier New"/>
              </a:rPr>
              <a:t>402 RETURNED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78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8F0"/>
                </a:solidFill>
                <a:latin typeface="Courier New"/>
              </a:rPr>
              <a:t>API responds HTTP 402 with a machine-readable payment spec — amount, currency, category.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52044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Courier New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3931920"/>
            <a:ext cx="54864" cy="5029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52958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3"/>
                </a:solidFill>
                <a:latin typeface="Courier New"/>
              </a:rPr>
              <a:t>CANTON AUTHORIZES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53872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8F0"/>
                </a:solidFill>
                <a:latin typeface="Courier New"/>
              </a:rPr>
              <a:t>x402 layer calls RequestAuthorization on the DAML SpendingPolicy. Ledger checks limits — on-chain, atomic.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48056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Courier New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892040"/>
            <a:ext cx="54864" cy="5029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4897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ourier New"/>
              </a:rPr>
              <a:t>TOKEN SENT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49884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8F0"/>
                </a:solidFill>
                <a:latin typeface="Courier New"/>
              </a:rPr>
              <a:t>Authorization contract ID is sent as X-Payment-Token header. API unlocks and responds 200.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44068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Courier New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4498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  <a:latin typeface="Courier New"/>
              </a:rPr>
              <a:t>SETTLE ON-CHAIN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4589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8F0"/>
                </a:solidFill>
                <a:latin typeface="Courier New"/>
              </a:rPr>
              <a:t>Execute choice fires — PaymentAuthorization consumed, immutable PaymentRecord created with API receipt embedded.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ourier New"/>
              </a:rPr>
              <a:t>DAML SMART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ourier New"/>
              </a:rPr>
              <a:t>Three Contracts. One Source of Truth.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3566160" cy="4846320"/>
          </a:xfrm>
          <a:prstGeom prst="rect">
            <a:avLst/>
          </a:prstGeom>
          <a:solidFill>
            <a:srgbClr val="16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35661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ourier New"/>
              </a:rPr>
              <a:t>SpendingPolicy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ourier New"/>
              </a:rPr>
              <a:t>▸ Owned by enterprise — agent cannot modify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9864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ourier New"/>
              </a:rPr>
              <a:t>▸ maxPerTx  ·  dailyLimit  ·  allowedCategories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5701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ourier New"/>
              </a:rPr>
              <a:t>▸ requireApprovalAbove threshold (human-in-loop)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1538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ourier New"/>
              </a:rPr>
              <a:t>▸ Emergency Deactivate / Reactivate kill switch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508760"/>
            <a:ext cx="3566160" cy="4846320"/>
          </a:xfrm>
          <a:prstGeom prst="rect">
            <a:avLst/>
          </a:prstGeom>
          <a:solidFill>
            <a:srgbClr val="16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508760"/>
            <a:ext cx="3566160" cy="7315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6459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C653"/>
                </a:solidFill>
                <a:latin typeface="Courier New"/>
              </a:rPr>
              <a:t>PaymentAuthorization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40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ourier New"/>
              </a:rPr>
              <a:t>▸ Created per payment request after policy checks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9864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ourier New"/>
              </a:rPr>
              <a:t>▸ Status: Approved | PendingApproval | Rejected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55701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ourier New"/>
              </a:rPr>
              <a:t>▸ Pending → CFO approves or rejects via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21538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ourier New"/>
              </a:rPr>
              <a:t>▸ Approved → Execute choice settles the payment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508760"/>
            <a:ext cx="3566160" cy="4846320"/>
          </a:xfrm>
          <a:prstGeom prst="rect">
            <a:avLst/>
          </a:prstGeom>
          <a:solidFill>
            <a:srgbClr val="16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1508760"/>
            <a:ext cx="356616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6459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C00"/>
                </a:solidFill>
                <a:latin typeface="Courier New"/>
              </a:rPr>
              <a:t>PaymentRecord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240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ourier New"/>
              </a:rPr>
              <a:t>▸ Immutable — no archival choices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9864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ourier New"/>
              </a:rPr>
              <a:t>▸ Stores vendor, amount, category, purpose,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55701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ourier New"/>
              </a:rPr>
              <a:t>▸ Embeds x402Token and API receipt 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21538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ourier New"/>
              </a:rPr>
              <a:t>▸ Visible to enterprise, agent, and approver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ourier New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ourier New"/>
              </a:rPr>
              <a:t>Full-Stack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3200400" cy="128016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2004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ourier New"/>
              </a:rPr>
              <a:t>NEXT.JS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57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  <a:latin typeface="Courier New"/>
              </a:rPr>
              <a:t>Spending Policies  ·  Agent Feed
Approvals  ·  Audit Log  ·  Kill Switch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508760"/>
            <a:ext cx="3931920" cy="1280160"/>
          </a:xfrm>
          <a:prstGeom prst="rect">
            <a:avLst/>
          </a:prstGeom>
          <a:solidFill>
            <a:srgbClr val="10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508760"/>
            <a:ext cx="3931920" cy="5029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4528" y="160020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  <a:latin typeface="Courier New"/>
              </a:rPr>
              <a:t>AI AGENT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057400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  <a:latin typeface="Courier New"/>
              </a:rPr>
              <a:t>Claude-powered  ·  charter_tools
x402Fetch  ·  Canton SDK calls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508760"/>
            <a:ext cx="3200400" cy="1280160"/>
          </a:xfrm>
          <a:prstGeom prst="rect">
            <a:avLst/>
          </a:prstGeom>
          <a:solidFill>
            <a:srgbClr val="3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1508760"/>
            <a:ext cx="3200400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3648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Courier New"/>
              </a:rPr>
              <a:t>PAYWALL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2057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  <a:latin typeface="Courier New"/>
              </a:rPr>
              <a:t>Market data  ·  Compute
Any HTTP API (x402-enabled)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657600"/>
            <a:ext cx="8503920" cy="18288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3657600"/>
            <a:ext cx="850392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38528" y="374904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ourier New"/>
              </a:rPr>
              <a:t>CANTON NETWORK  (DAML Ledger)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4206240"/>
            <a:ext cx="8321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  <a:latin typeface="Courier New"/>
              </a:rPr>
              <a:t>SpendingPolicy  ·  PaymentAuthorization  ·  PaymentRecord
Sub-transaction privacy  ·  Atomic execution  ·  Immutable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2834640"/>
            <a:ext cx="54864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83664" y="33832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ourier New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834640"/>
            <a:ext cx="54864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52744" y="33832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ourier New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2834640"/>
            <a:ext cx="54864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73184" y="33832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ourier New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103120"/>
            <a:ext cx="365760" cy="54864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  <a:latin typeface="Courier New"/>
              </a:rPr>
              <a:t>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2103120"/>
            <a:ext cx="365760" cy="54864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  <a:latin typeface="Courier New"/>
              </a:rPr>
              <a:t>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ourier New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ourier New"/>
              </a:rPr>
              <a:t>What We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5349240" cy="21031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534924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184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ourier New"/>
              </a:rPr>
              <a:t>Trading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  <a:latin typeface="Courier New"/>
              </a:rPr>
              <a:t>node agent/trading-demo.js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ourier New"/>
              </a:rPr>
              <a:t>AI agent fetches BTCUSD + ETHUSD data from paywall API. Full 5-step x402 flow. Every payment lands on Canton as an immutable PaymentRecord.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508760"/>
            <a:ext cx="5349240" cy="21031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508760"/>
            <a:ext cx="5349240" cy="5029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184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C653"/>
                </a:solidFill>
                <a:latin typeface="Courier New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  <a:latin typeface="Courier New"/>
              </a:rPr>
              <a:t>Next.js  /  Canton Ledger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ourier New"/>
              </a:rPr>
              <a:t>Spending Policies page — live DAML contracts, activate/deactivate toggle. Kill switch blocks all new payment requests in one click.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5349240" cy="21031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5349240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00"/>
                </a:solidFill>
                <a:latin typeface="Courier New"/>
              </a:rPr>
              <a:t>Agent Feed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  <a:latin typeface="Courier New"/>
              </a:rPr>
              <a:t>/agent  —  auto-refresh every 10s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0060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ourier New"/>
              </a:rPr>
              <a:t>Real-time stream of PaymentAuthorization contracts. Status badges: APPROVED / PENDING / REJECTED. x402 settlement confirmed inline.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840480"/>
            <a:ext cx="5349240" cy="21031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3840480"/>
            <a:ext cx="5349240" cy="5029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9502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E0EF"/>
                </a:solidFill>
                <a:latin typeface="Courier New"/>
              </a:rPr>
              <a:t>Human-in-the-Loop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  <a:latin typeface="Courier New"/>
              </a:rPr>
              <a:t>Approvals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80060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  <a:latin typeface="Courier New"/>
              </a:rPr>
              <a:t>Payments above the threshold pause as PendingApproval. CFO approves or rejects — the ledger records the decision either 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ourier New"/>
              </a:rPr>
              <a:t>WHY CANTON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ourier New"/>
              </a:rPr>
              <a:t>The Right Ledger for Agentic Payments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5349240" cy="19202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ourier New"/>
              </a:rPr>
              <a:t>◆ Sub-transaction Privacy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F0"/>
                </a:solidFill>
                <a:latin typeface="Courier New"/>
              </a:rPr>
              <a:t>In multi-party B2B flows, each participant sees only their part of the transaction. No competitor leaks the trade.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600200"/>
            <a:ext cx="5349240" cy="19202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83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C653"/>
                </a:solidFill>
                <a:latin typeface="Courier New"/>
              </a:rPr>
              <a:t>◆ DAML = Policy as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F0"/>
                </a:solidFill>
                <a:latin typeface="Courier New"/>
              </a:rPr>
              <a:t>Smart contract logic is checked by the ledger, not by the application. Agents cannot bypass limits — the VM enforces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94760"/>
            <a:ext cx="5349240" cy="19202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00"/>
                </a:solidFill>
                <a:latin typeface="Courier New"/>
              </a:rPr>
              <a:t>◆ Atomic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F0"/>
                </a:solidFill>
                <a:latin typeface="Courier New"/>
              </a:rPr>
              <a:t>Authorization and settlement are ledger operations. No race conditions, no double-spends, no half-executed payments.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3794760"/>
            <a:ext cx="5349240" cy="19202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977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E0EF"/>
                </a:solidFill>
                <a:latin typeface="Courier New"/>
              </a:rPr>
              <a:t>◆ Compliance-Ready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5720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F0"/>
                </a:solidFill>
                <a:latin typeface="Courier New"/>
              </a:rPr>
              <a:t>PaymentRecord is immutable and permanent. SOC2 / SOX audit trail is a query, not a reconstruction project.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ourier New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ourier New"/>
              </a:rPr>
              <a:t>What's Shipped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18488"/>
            <a:ext cx="320040" cy="32004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ourier New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6362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F0"/>
                </a:solidFill>
                <a:latin typeface="Courier New"/>
              </a:rPr>
              <a:t>DAML contracts — SpendingPolicy, PaymentAuthorization, PaymentRecord — deployed on Canton devnet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22576"/>
            <a:ext cx="320040" cy="32004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04288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ourier New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6771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F0"/>
                </a:solidFill>
                <a:latin typeface="Courier New"/>
              </a:rPr>
              <a:t>x402 payment layer — full 5-step flow: 402 intercept → Canton authorize → retry → settle → record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26664"/>
            <a:ext cx="320040" cy="32004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008376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ourier New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7180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F0"/>
                </a:solidFill>
                <a:latin typeface="Courier New"/>
              </a:rPr>
              <a:t>AI Agent — Claude-powered trading agent with charter_tools, runCharterTool integration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30752"/>
            <a:ext cx="320040" cy="32004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712464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ourier New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75888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F0"/>
                </a:solidFill>
                <a:latin typeface="Courier New"/>
              </a:rPr>
              <a:t>Next.js Dashboard — spending policies, agent feed (live 10s poll), approvals, audit log, kill switch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34840"/>
            <a:ext cx="320040" cy="32004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41655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ourier New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79976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F0"/>
                </a:solidFill>
                <a:latin typeface="Courier New"/>
              </a:rPr>
              <a:t>Human-in-the-loop — CFO approval flow for payments above configurable threshold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38928"/>
            <a:ext cx="320040" cy="32004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20640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ourier New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8406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F0"/>
                </a:solidFill>
                <a:latin typeface="Courier New"/>
              </a:rPr>
              <a:t>Mock Trading API — x402-enabled endpoint serving market data (quotes + signals) at $1–$5/call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843016"/>
            <a:ext cx="320040" cy="32004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824728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ourier New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78815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8F0"/>
                </a:solidFill>
                <a:latin typeface="Courier New"/>
              </a:rPr>
              <a:t>Live on Canton devnet — real ledger, real contracts, real on-chain PaymentRecords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ourier New"/>
              </a:rP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urier New"/>
              </a:rPr>
              <a:t>Every AI agent,
every enterprise,
zero uncontrolled spend.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0E0EF"/>
                </a:solidFill>
                <a:latin typeface="Courier New"/>
              </a:rPr>
              <a:t>Charter turns spending policy into a first-class ledger primitive. As AI agents proliferate across enterprise workflows, Canton becomes the trust anchor for every dollar they touch — auditable, atomic, and impossible to bypass.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4160520"/>
            <a:ext cx="10698480" cy="0"/>
          </a:xfrm>
          <a:prstGeom prst="line">
            <a:avLst/>
          </a:prstGeom>
          <a:ln w="6350">
            <a:solidFill>
              <a:srgbClr val="44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4343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ourier New"/>
              </a:rPr>
              <a:t>CHARTER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83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  <a:latin typeface="Courier New"/>
              </a:rPr>
              <a:t>Canton Network Hackathon  //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4348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B4D8"/>
                </a:solidFill>
                <a:latin typeface="Courier New"/>
              </a:rPr>
              <a:t>github.com/godzilaa/charter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892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44455"/>
                </a:solidFill>
                <a:latin typeface="Courier New"/>
              </a:rPr>
              <a:t>pratikvpatil17@gmail.com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